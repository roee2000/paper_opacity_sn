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64" r:id="rId8"/>
    <p:sldId id="265" r:id="rId9"/>
    <p:sldId id="266" r:id="rId10"/>
    <p:sldId id="260" r:id="rId11"/>
    <p:sldId id="268" r:id="rId12"/>
    <p:sldId id="267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1"/>
    <p:restoredTop sz="94751"/>
  </p:normalViewPr>
  <p:slideViewPr>
    <p:cSldViewPr snapToGrid="0">
      <p:cViewPr varScale="1">
        <p:scale>
          <a:sx n="56" d="100"/>
          <a:sy n="56" d="100"/>
        </p:scale>
        <p:origin x="216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3896-644B-31A5-4B13-18A5B5374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5FA25-DC86-3946-8B01-2C378A489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FCBC6-9715-D62B-397C-4485B089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9E42-84C0-0B49-BC43-CC092954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9B4EA-7383-2E4D-6278-F4B55987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060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725B-59C6-5778-4B4B-51573A1A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98886-77BD-4B4A-4AAE-F5F956BE9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E5FC4-566B-66AE-3676-E70464CB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D508-E016-9D7A-21A0-FB7E3A243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57107-516F-1326-FB10-C0458EAF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731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36DD-7F0B-AE23-5732-91D62DFD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5F690-9F7E-A84D-1B15-2639DD278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CFCEF-EA8C-1C9F-9AF1-A5BDC56E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A02F-A5CE-78E3-DFD7-521AA73F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4BB5F-B850-1C15-F960-2D6A2259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271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0F61-964D-2DBF-DFBD-F2ADE91C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0FF8-9C4E-5A2B-0B2F-BFE5D0FEA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99F2B-DF64-63E5-1AD2-541247346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D89D3-DA61-B9EE-A683-C4CF8A43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8EEE8-87A1-5BFF-4D67-3A6B29CC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15FB4-A5A7-6042-9896-8C1688A6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865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9B5E-368A-0FBD-6017-69FDA650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F2DF3-2AD6-8601-46F8-212DDE1D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93449-2F61-945C-3654-159CB1205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EEC36-2EDA-5E7A-9F00-0AE26805B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923A1-904A-F152-1276-5528F60E5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9587D-725F-972C-C247-9F4BAD37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DEC0D-0D6D-71C1-95AE-C190337A8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C9D73-96C4-6E7A-BC84-38B493D1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460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4DF1-164C-9ACC-6D4C-BD32D2D6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2B740-822A-012B-7C40-A8280755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C5A7C-9C01-1282-8938-8E5432FE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87448-2866-BF7C-C53D-95ADBA70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69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57A4D-8C61-5E27-15D8-F34D480D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DE725-B2DF-CC2E-47DC-6815B63A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A7C47-F524-C499-8DEB-1A0F8744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822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D30E-BACD-AA22-0C99-470D115D6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32443-554E-0DCD-9C61-24A3993FB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386EA-4CBC-58E9-1DC3-6F413F454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F7BF6-890F-3E0F-D90E-B2D51CEF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05C6C-78D1-934D-1A12-7D78E269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C7419-EAC1-9575-0513-B44C5F49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672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AF74-0053-600F-7A02-8684A3AB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50468E-E6FC-BF3C-7C30-088945E37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E20B9-AC1C-31BD-33F1-97AED892F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7F75F-8CFE-53C9-2013-B1C0ED2F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B855D-1583-7EBF-B07A-A167EE662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C7BF4-0AA8-01E2-E9A8-064F5CC8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6228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B71F-4AF2-CE91-A17F-7E87D768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D7581-F3A3-BB1B-0200-E92319748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4C80-6B0B-244F-2F36-392CF583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6B651-2323-D87C-E18E-5AC2824D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7BB5-DA5D-5C72-4752-6EC5E34E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421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F83E21-2589-6B8F-96E8-44D2E6622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A0BF5-2A02-43F2-D6CC-2AA8C0152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A70C-3A6E-5FBA-A8DF-F25039C38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0EEF1-9D5A-A730-00D9-97F6ECAD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0AC97-2ACA-B317-9061-BC559993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544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B2DBC-8ABB-357F-9D0B-2A771B5B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70823-E373-DE77-2CE0-2E10262B2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007F-0858-E4DA-0413-60473F168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C01AD-1BB0-C249-ABEF-7C3055731412}" type="datetimeFigureOut">
              <a:rPr lang="en-IL" smtClean="0"/>
              <a:t>12/12/2025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594B-C4D2-B135-14E2-6623F528E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0D8A8-2D42-45F7-AD52-C50D045F9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5AC1D-85D8-EA41-89EF-8339E7F92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385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7CA3-2F26-59B7-7A5F-A8D42707D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L" dirty="0"/>
              <a:t>Supernove Gray Opacity modeling</a:t>
            </a:r>
          </a:p>
        </p:txBody>
      </p:sp>
    </p:spTree>
    <p:extLst>
      <p:ext uri="{BB962C8B-B14F-4D97-AF65-F5344CB8AC3E}">
        <p14:creationId xmlns:p14="http://schemas.microsoft.com/office/powerpoint/2010/main" val="328871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F5ED-CC53-42F0-7764-62E89F35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165"/>
            <a:ext cx="10515600" cy="1325563"/>
          </a:xfrm>
        </p:spPr>
        <p:txBody>
          <a:bodyPr/>
          <a:lstStyle/>
          <a:p>
            <a:r>
              <a:rPr lang="en-IL" dirty="0"/>
              <a:t>Summery of previous times: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E9B3-691F-9330-A6F5-57CD0B1FA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1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</a:t>
            </a:r>
            <a:r>
              <a:rPr lang="en-IL" dirty="0"/>
              <a:t>xpansion opacity can be estimated to one number of rosseland mean opacity by practically smoothing with tau=1 window.</a:t>
            </a:r>
            <a:br>
              <a:rPr lang="en-IL" dirty="0"/>
            </a:br>
            <a:endParaRPr lang="en-IL" dirty="0"/>
          </a:p>
        </p:txBody>
      </p:sp>
      <p:pic>
        <p:nvPicPr>
          <p:cNvPr id="5" name="Picture 4" descr="A graph of a graph showing a number of different sizes of objects&#10;&#10;Description automatically generated with medium confidence">
            <a:extLst>
              <a:ext uri="{FF2B5EF4-FFF2-40B4-BE49-F238E27FC236}">
                <a16:creationId xmlns:a16="http://schemas.microsoft.com/office/drawing/2014/main" id="{59A6945D-37E3-65D5-1427-E7B797B54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88" y="2416346"/>
            <a:ext cx="8702025" cy="400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6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D74A-1570-C1EE-4FD7-857DFA55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80BD-2B84-F44C-4B36-C84C1AD6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The opacity itself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E8B91C-24EF-0FDF-3D56-0566AE9DC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288" y="1368735"/>
            <a:ext cx="6265424" cy="52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1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2A02-C070-7180-4136-353636CC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0272-57AC-EBBF-D39C-A269B04A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The opacity itself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49B3F4-CEEA-DA2D-BDD9-FD3544DCB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822" y="1368735"/>
            <a:ext cx="6485332" cy="52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0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5956-4197-0585-5B4D-8D3BC36E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4BCA-A6BA-4F6B-7AF6-E841BED9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The opacity itself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111DE0-C001-9BED-BF76-68FB7AB92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1076" y="1368735"/>
            <a:ext cx="6169848" cy="52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7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EDA7-0506-6715-E395-14FDBB3EF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CAD60-922E-710F-08DD-C98BFE58D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6870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E9E4-655E-6C62-76B7-527EEBAD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4450-4F37-A70A-F57A-701670E2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998"/>
            <a:ext cx="10515600" cy="1325563"/>
          </a:xfrm>
        </p:spPr>
        <p:txBody>
          <a:bodyPr/>
          <a:lstStyle/>
          <a:p>
            <a:r>
              <a:rPr lang="en-IL" dirty="0"/>
              <a:t>The opacity as a function of (</a:t>
            </a:r>
            <a:r>
              <a:rPr lang="en-IL" b="1" dirty="0"/>
              <a:t>rho*t</a:t>
            </a:r>
            <a:r>
              <a:rPr lang="en-IL" dirty="0"/>
              <a:t> ,T)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125582D-75BF-137C-4425-FBA14E89B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719" y="1105479"/>
            <a:ext cx="7336563" cy="57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7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D91A-2516-E2B0-122E-7138B5DC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943E-8BFA-F780-8154-9A2AD75C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998"/>
            <a:ext cx="10515600" cy="1325563"/>
          </a:xfrm>
        </p:spPr>
        <p:txBody>
          <a:bodyPr/>
          <a:lstStyle/>
          <a:p>
            <a:r>
              <a:rPr lang="en-IL" dirty="0"/>
              <a:t>The opacity as a function of (</a:t>
            </a:r>
            <a:r>
              <a:rPr lang="en-IL" b="1" dirty="0"/>
              <a:t>rho*t</a:t>
            </a:r>
            <a:r>
              <a:rPr lang="en-IL" dirty="0"/>
              <a:t> ,T)</a:t>
            </a:r>
          </a:p>
        </p:txBody>
      </p:sp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BEB53DF7-A516-6C93-06DB-6A92AD763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341" y="1105479"/>
            <a:ext cx="7011316" cy="57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0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5A77-37B2-4C3E-6E0E-657A332F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426E-1346-1732-A170-EBC67DAFA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998"/>
            <a:ext cx="10515600" cy="1325563"/>
          </a:xfrm>
        </p:spPr>
        <p:txBody>
          <a:bodyPr/>
          <a:lstStyle/>
          <a:p>
            <a:r>
              <a:rPr lang="en-IL" dirty="0"/>
              <a:t>The opacity as a function of (</a:t>
            </a:r>
            <a:r>
              <a:rPr lang="en-IL" b="1" dirty="0"/>
              <a:t>rho*t</a:t>
            </a:r>
            <a:r>
              <a:rPr lang="en-IL" dirty="0"/>
              <a:t> ,T)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2367C8-1E70-7CB6-7ECE-A6BCA74A2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5182" y="1105479"/>
            <a:ext cx="7321635" cy="57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0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6136-C846-F50B-0038-0833D543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BAC407-8524-779B-0055-B97C9419D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900" y="1368735"/>
            <a:ext cx="8856199" cy="52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8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28D56-6932-103B-74BC-4A826E24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48AC-96A1-ABEA-FB37-582817CE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58"/>
            <a:ext cx="10515600" cy="1325563"/>
          </a:xfrm>
        </p:spPr>
        <p:txBody>
          <a:bodyPr/>
          <a:lstStyle/>
          <a:p>
            <a:r>
              <a:rPr lang="en-IL" dirty="0"/>
              <a:t>Gap source: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6F676-5237-5A36-99C2-C53902144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OG Opacity:</a:t>
            </a:r>
          </a:p>
          <a:p>
            <a:pPr marL="0" indent="0">
              <a:buNone/>
            </a:pPr>
            <a:r>
              <a:rPr lang="en-IL" dirty="0"/>
              <a:t>When a photon gets to a new cell with lower temperture he has a </a:t>
            </a:r>
            <a:r>
              <a:rPr lang="en-IL" b="1" dirty="0"/>
              <a:t>lower chanse </a:t>
            </a:r>
            <a:r>
              <a:rPr lang="en-IL" dirty="0"/>
              <a:t>to be absorbed because its frequency gets lower.</a:t>
            </a:r>
            <a:endParaRPr lang="en-IL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MG O</a:t>
            </a:r>
            <a:r>
              <a:rPr lang="en-IL" dirty="0"/>
              <a:t>pacity:</a:t>
            </a:r>
          </a:p>
          <a:p>
            <a:pPr marL="0" indent="0">
              <a:buNone/>
            </a:pPr>
            <a:r>
              <a:rPr lang="en-IL" dirty="0"/>
              <a:t>When a photon gets to a new cell with lower temperture he has a </a:t>
            </a:r>
            <a:r>
              <a:rPr lang="en-IL" b="1" dirty="0"/>
              <a:t>similar chanse </a:t>
            </a:r>
            <a:r>
              <a:rPr lang="en-IL" dirty="0"/>
              <a:t>to be absorbed. </a:t>
            </a:r>
            <a:endParaRPr lang="en-IL" b="1" dirty="0"/>
          </a:p>
          <a:p>
            <a:pPr marL="0" indent="0">
              <a:buNone/>
            </a:pPr>
            <a:endParaRPr lang="en-IL" b="1" dirty="0"/>
          </a:p>
          <a:p>
            <a:pPr marL="0" indent="0">
              <a:buNone/>
            </a:pPr>
            <a:r>
              <a:rPr lang="en-IL" dirty="0"/>
              <a:t>To test this, an experiment with singel cell and singel Temperture was done</a:t>
            </a:r>
          </a:p>
        </p:txBody>
      </p:sp>
    </p:spTree>
    <p:extLst>
      <p:ext uri="{BB962C8B-B14F-4D97-AF65-F5344CB8AC3E}">
        <p14:creationId xmlns:p14="http://schemas.microsoft.com/office/powerpoint/2010/main" val="964012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875C2-15D7-2BFC-D599-CF214230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4A15-5868-01AD-2122-4ED79AEA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3"/>
            <a:ext cx="10515600" cy="1325563"/>
          </a:xfrm>
        </p:spPr>
        <p:txBody>
          <a:bodyPr/>
          <a:lstStyle/>
          <a:p>
            <a:r>
              <a:rPr lang="en-IL" dirty="0"/>
              <a:t>Results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BBF802B2-5811-5DE4-F99E-2CD83C32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763" y="1283591"/>
            <a:ext cx="8166137" cy="478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153</Words>
  <Application>Microsoft Macintosh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Supernove Gray Opacity modeling</vt:lpstr>
      <vt:lpstr>Summery of previous times:</vt:lpstr>
      <vt:lpstr>The opacity itself</vt:lpstr>
      <vt:lpstr>The opacity itself</vt:lpstr>
      <vt:lpstr>The opacity itself</vt:lpstr>
      <vt:lpstr>PowerPoint Presentation</vt:lpstr>
      <vt:lpstr>The opacity as a function of (rho*t ,T)</vt:lpstr>
      <vt:lpstr>The opacity as a function of (rho*t ,T)</vt:lpstr>
      <vt:lpstr>The opacity as a function of (rho*t ,T)</vt:lpstr>
      <vt:lpstr>Results</vt:lpstr>
      <vt:lpstr>Gap source: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יוסי ירון</dc:creator>
  <cp:lastModifiedBy>יוסי ירון</cp:lastModifiedBy>
  <cp:revision>8</cp:revision>
  <dcterms:created xsi:type="dcterms:W3CDTF">2025-12-10T08:18:36Z</dcterms:created>
  <dcterms:modified xsi:type="dcterms:W3CDTF">2025-12-12T19:17:33Z</dcterms:modified>
</cp:coreProperties>
</file>